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56" y="4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SIT SIH 2026</a:t>
            </a:r>
            <a:b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026" name="Picture 2" descr="SIT Pune MTech College in Pune">
            <a:extLst>
              <a:ext uri="{FF2B5EF4-FFF2-40B4-BE49-F238E27FC236}">
                <a16:creationId xmlns:a16="http://schemas.microsoft.com/office/drawing/2014/main" id="{3A29C84D-F972-4C6F-9A9D-63971070A7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42" b="5002"/>
          <a:stretch/>
        </p:blipFill>
        <p:spPr bwMode="auto">
          <a:xfrm>
            <a:off x="162064" y="62172"/>
            <a:ext cx="742306" cy="88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sitpune.edu.in/assets/images/student/epic_scit%20(1).png">
            <a:extLst>
              <a:ext uri="{FF2B5EF4-FFF2-40B4-BE49-F238E27FC236}">
                <a16:creationId xmlns:a16="http://schemas.microsoft.com/office/drawing/2014/main" id="{435515B4-0952-4F37-86A4-ED81F5102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5150" y="6084084"/>
            <a:ext cx="714786" cy="695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2" name="Picture 2" descr="SIT Pune MTech College in Pune">
            <a:extLst>
              <a:ext uri="{FF2B5EF4-FFF2-40B4-BE49-F238E27FC236}">
                <a16:creationId xmlns:a16="http://schemas.microsoft.com/office/drawing/2014/main" id="{A7EFE9AA-88D6-4336-95A6-48A832E813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42" b="5002"/>
          <a:stretch/>
        </p:blipFill>
        <p:spPr bwMode="auto">
          <a:xfrm>
            <a:off x="0" y="6290478"/>
            <a:ext cx="483756" cy="57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https://www.sitpune.edu.in/assets/images/student/epic_scit%20(1).png">
            <a:extLst>
              <a:ext uri="{FF2B5EF4-FFF2-40B4-BE49-F238E27FC236}">
                <a16:creationId xmlns:a16="http://schemas.microsoft.com/office/drawing/2014/main" id="{69925E71-7238-4655-B922-FD29E8FA7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2114" y="6347706"/>
            <a:ext cx="519884" cy="50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2" descr="SIT Pune MTech College in Pune">
            <a:extLst>
              <a:ext uri="{FF2B5EF4-FFF2-40B4-BE49-F238E27FC236}">
                <a16:creationId xmlns:a16="http://schemas.microsoft.com/office/drawing/2014/main" id="{7F6A57BA-CFDB-42B1-9CA2-7F79FB70A9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42" b="5002"/>
          <a:stretch/>
        </p:blipFill>
        <p:spPr bwMode="auto">
          <a:xfrm>
            <a:off x="0" y="6290478"/>
            <a:ext cx="483756" cy="57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https://www.sitpune.edu.in/assets/images/student/epic_scit%20(1).png">
            <a:extLst>
              <a:ext uri="{FF2B5EF4-FFF2-40B4-BE49-F238E27FC236}">
                <a16:creationId xmlns:a16="http://schemas.microsoft.com/office/drawing/2014/main" id="{0CFEBD12-3FF8-425B-BE37-99A581A5D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2114" y="6347706"/>
            <a:ext cx="519884" cy="50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2" descr="SIT Pune MTech College in Pune">
            <a:extLst>
              <a:ext uri="{FF2B5EF4-FFF2-40B4-BE49-F238E27FC236}">
                <a16:creationId xmlns:a16="http://schemas.microsoft.com/office/drawing/2014/main" id="{7AE819CC-5D4E-4C53-BB52-239B548345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42" b="5002"/>
          <a:stretch/>
        </p:blipFill>
        <p:spPr bwMode="auto">
          <a:xfrm>
            <a:off x="0" y="6290478"/>
            <a:ext cx="483756" cy="57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https://www.sitpune.edu.in/assets/images/student/epic_scit%20(1).png">
            <a:extLst>
              <a:ext uri="{FF2B5EF4-FFF2-40B4-BE49-F238E27FC236}">
                <a16:creationId xmlns:a16="http://schemas.microsoft.com/office/drawing/2014/main" id="{61A48D52-C726-475D-8520-0DEC5E67C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2114" y="6347706"/>
            <a:ext cx="519884" cy="50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2" descr="SIT Pune MTech College in Pune">
            <a:extLst>
              <a:ext uri="{FF2B5EF4-FFF2-40B4-BE49-F238E27FC236}">
                <a16:creationId xmlns:a16="http://schemas.microsoft.com/office/drawing/2014/main" id="{E63B2B39-FC14-443A-988E-DCB0C6FD02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42" b="5002"/>
          <a:stretch/>
        </p:blipFill>
        <p:spPr bwMode="auto">
          <a:xfrm>
            <a:off x="0" y="6290478"/>
            <a:ext cx="483756" cy="57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https://www.sitpune.edu.in/assets/images/student/epic_scit%20(1).png">
            <a:extLst>
              <a:ext uri="{FF2B5EF4-FFF2-40B4-BE49-F238E27FC236}">
                <a16:creationId xmlns:a16="http://schemas.microsoft.com/office/drawing/2014/main" id="{0FDCE9FF-D54F-4C76-907C-7F010D872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2114" y="6347706"/>
            <a:ext cx="519884" cy="50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1" name="Picture 2" descr="SIT Pune MTech College in Pune">
            <a:extLst>
              <a:ext uri="{FF2B5EF4-FFF2-40B4-BE49-F238E27FC236}">
                <a16:creationId xmlns:a16="http://schemas.microsoft.com/office/drawing/2014/main" id="{51A98A3A-804F-4514-BBA0-C1D4E7667B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42" b="5002"/>
          <a:stretch/>
        </p:blipFill>
        <p:spPr bwMode="auto">
          <a:xfrm>
            <a:off x="0" y="6290478"/>
            <a:ext cx="483756" cy="57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https://www.sitpune.edu.in/assets/images/student/epic_scit%20(1).png">
            <a:extLst>
              <a:ext uri="{FF2B5EF4-FFF2-40B4-BE49-F238E27FC236}">
                <a16:creationId xmlns:a16="http://schemas.microsoft.com/office/drawing/2014/main" id="{C1BC1A47-F71D-42C4-AF9D-5E93A2457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2114" y="6347706"/>
            <a:ext cx="519884" cy="50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1" name="Picture 2" descr="SIT Pune MTech College in Pune">
            <a:extLst>
              <a:ext uri="{FF2B5EF4-FFF2-40B4-BE49-F238E27FC236}">
                <a16:creationId xmlns:a16="http://schemas.microsoft.com/office/drawing/2014/main" id="{7C96C434-95C9-425B-8E7B-5F6E19EBCD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42" b="5002"/>
          <a:stretch/>
        </p:blipFill>
        <p:spPr bwMode="auto">
          <a:xfrm>
            <a:off x="0" y="6290478"/>
            <a:ext cx="483756" cy="57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s://www.sitpune.edu.in/assets/images/student/epic_scit%20(1).png">
            <a:extLst>
              <a:ext uri="{FF2B5EF4-FFF2-40B4-BE49-F238E27FC236}">
                <a16:creationId xmlns:a16="http://schemas.microsoft.com/office/drawing/2014/main" id="{525E3604-990F-4F68-A815-5D351F0F0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2114" y="6347706"/>
            <a:ext cx="519884" cy="50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7492</TotalTime>
  <Words>342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SIT SIH 2026 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Bhavna Ambudkar</cp:lastModifiedBy>
  <cp:revision>149</cp:revision>
  <dcterms:created xsi:type="dcterms:W3CDTF">2013-12-12T18:46:50Z</dcterms:created>
  <dcterms:modified xsi:type="dcterms:W3CDTF">2026-08-22T06:45:56Z</dcterms:modified>
  <cp:category/>
</cp:coreProperties>
</file>